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5"/>
  </p:sld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12192000" cy="6858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499" userDrawn="1">
          <p15:clr>
            <a:srgbClr val="A4A3A4"/>
          </p15:clr>
        </p15:guide>
        <p15:guide id="6" orient="horz" pos="2707" userDrawn="1">
          <p15:clr>
            <a:srgbClr val="A4A3A4"/>
          </p15:clr>
        </p15:guide>
        <p15:guide id="7" pos="5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A25"/>
    <a:srgbClr val="014B82"/>
    <a:srgbClr val="5C5D84"/>
    <a:srgbClr val="0A123D"/>
    <a:srgbClr val="00013F"/>
    <a:srgbClr val="002D87"/>
    <a:srgbClr val="FC9110"/>
    <a:srgbClr val="F38023"/>
    <a:srgbClr val="F49F05"/>
    <a:srgbClr val="0B0D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6" autoAdjust="0"/>
    <p:restoredTop sz="87438" autoAdjust="0"/>
  </p:normalViewPr>
  <p:slideViewPr>
    <p:cSldViewPr showGuides="1">
      <p:cViewPr varScale="1">
        <p:scale>
          <a:sx n="84" d="100"/>
          <a:sy n="84" d="100"/>
        </p:scale>
        <p:origin x="585" y="48"/>
      </p:cViewPr>
      <p:guideLst>
        <p:guide orient="horz" pos="1499"/>
        <p:guide orient="horz" pos="2707"/>
        <p:guide pos="51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3" Type="http://schemas.openxmlformats.org/officeDocument/2006/relationships/image" Target="../media/image2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3" Type="http://schemas.openxmlformats.org/officeDocument/2006/relationships/image" Target="../media/image2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3" Type="http://schemas.openxmlformats.org/officeDocument/2006/relationships/image" Target="../media/image2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3" Type="http://schemas.openxmlformats.org/officeDocument/2006/relationships/image" Target="../media/image23.png"/></Relationships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jimeng-2025-12-18-1869-创作一张以 “2025 荣誉表彰 红色主旋律奋进宣传物料” 为主题的作品，主题围...(1)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lum contrast="6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838200" y="214550"/>
            <a:ext cx="10515600" cy="1800000"/>
          </a:xfrm>
          <a:effectLst>
            <a:outerShdw blurRad="1524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 u="none" strike="noStrike" kern="1200" cap="none" spc="200" normalizeH="0">
                <a:solidFill>
                  <a:schemeClr val="accent2">
                    <a:lumMod val="20000"/>
                    <a:lumOff val="80000"/>
                  </a:schemeClr>
                </a:solidFill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838200" y="2158365"/>
            <a:ext cx="10515600" cy="543560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 u="none" strike="noStrike" kern="1200" cap="none" spc="200" normalizeH="0">
                <a:solidFill>
                  <a:schemeClr val="accent2">
                    <a:lumMod val="20000"/>
                    <a:lumOff val="80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lum contrast="18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10260" y="1064895"/>
            <a:ext cx="2879725" cy="1296035"/>
          </a:xfrm>
          <a:effectLst>
            <a:outerShdw blurRad="1524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b">
            <a:normAutofit/>
          </a:bodyPr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234440" y="3157220"/>
            <a:ext cx="5715635" cy="2012950"/>
          </a:xfrm>
          <a:effectLst>
            <a:outerShdw blurRad="1524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t" anchorCtr="0">
            <a:normAutofit/>
          </a:bodyPr>
          <a:lstStyle>
            <a:lvl1pPr algn="l">
              <a:defRPr sz="5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1234440" y="1871980"/>
            <a:ext cx="5715635" cy="1224280"/>
          </a:xfrm>
        </p:spPr>
        <p:txBody>
          <a:bodyPr wrap="none" anchor="ctr">
            <a:normAutofit/>
          </a:bodyPr>
          <a:lstStyle>
            <a:lvl1pPr marL="0" indent="0" algn="l">
              <a:buNone/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imeng-2025-12-18-1869-创作一张以 “2025 荣誉表彰 红色主旋律奋进宣传物料” 为主题的作品，主题围...(1)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lum contrast="6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838200" y="370760"/>
            <a:ext cx="10515000" cy="1800000"/>
          </a:xfrm>
          <a:effectLst>
            <a:outerShdw blurRad="1524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3255010" y="2314575"/>
            <a:ext cx="5681980" cy="531495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3" Type="http://schemas.openxmlformats.org/officeDocument/2006/relationships/image" Target="../media/image26.png"/><Relationship Id="rId21" Type="http://schemas.openxmlformats.org/officeDocument/2006/relationships/theme" Target="../theme/theme4.xml"/></Relationships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9" name="矩形: 圆角 8"/>
          <p:cNvSpPr/>
          <p:nvPr userDrawn="1">
            <p:custDataLst>
              <p:tags r:id="rId14"/>
            </p:custDataLst>
          </p:nvPr>
        </p:nvSpPr>
        <p:spPr>
          <a:xfrm>
            <a:off x="189865" y="174625"/>
            <a:ext cx="11811635" cy="6492240"/>
          </a:xfrm>
          <a:prstGeom prst="roundRect">
            <a:avLst>
              <a:gd name="adj" fmla="val 110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4.xml><?xml version="1.0" encoding="utf-8"?>
<a:theme xmlns:a="http://schemas.openxmlformats.org/drawingml/2006/main" name="年会总结表彰通用主题模板">
  <a:themeElements>
    <a:clrScheme name="自定义 604">
      <a:dk1>
        <a:srgbClr val="000000"/>
      </a:dk1>
      <a:lt1>
        <a:srgbClr val="FFFFFF"/>
      </a:lt1>
      <a:dk2>
        <a:srgbClr val="480A05"/>
      </a:dk2>
      <a:lt2>
        <a:srgbClr val="FEEDEC"/>
      </a:lt2>
      <a:accent1>
        <a:srgbClr val="BC0300"/>
      </a:accent1>
      <a:accent2>
        <a:srgbClr val="FFC000"/>
      </a:accent2>
      <a:accent3>
        <a:srgbClr val="F78B00"/>
      </a:accent3>
      <a:accent4>
        <a:srgbClr val="E77136"/>
      </a:accent4>
      <a:accent5>
        <a:srgbClr val="E78036"/>
      </a:accent5>
      <a:accent6>
        <a:srgbClr val="E78E36"/>
      </a:accent6>
      <a:hlink>
        <a:srgbClr val="A8180B"/>
      </a:hlink>
      <a:folHlink>
        <a:srgbClr val="724940"/>
      </a:folHlink>
    </a:clrScheme>
    <a:fontScheme name="自定义 27">
      <a:majorFont>
        <a:latin typeface="Arial"/>
        <a:ea typeface="汉仪大宋简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演示文稿模板</dc:title>
  <dc:creator/>
  <cp:lastModifiedBy/>
  <cp:revision>567</cp:revision>
  <dcterms:created xsi:type="dcterms:W3CDTF">2021-03-29T01:20:00Z</dcterms:created>
  <dcterms:modified xsi:type="dcterms:W3CDTF">2026-09-18T04:28:40Z</dcterms:modified>
</cp:coreProperties>
</file>