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5"/>
  </p:sld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12192000" cy="6858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499" userDrawn="1">
          <p15:clr>
            <a:srgbClr val="A4A3A4"/>
          </p15:clr>
        </p15:guide>
        <p15:guide id="6" orient="horz" pos="2707" userDrawn="1">
          <p15:clr>
            <a:srgbClr val="A4A3A4"/>
          </p15:clr>
        </p15:guide>
        <p15:guide id="7" pos="5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A25"/>
    <a:srgbClr val="014B82"/>
    <a:srgbClr val="5C5D84"/>
    <a:srgbClr val="0A123D"/>
    <a:srgbClr val="00013F"/>
    <a:srgbClr val="002D87"/>
    <a:srgbClr val="FC9110"/>
    <a:srgbClr val="F38023"/>
    <a:srgbClr val="F49F05"/>
    <a:srgbClr val="0B0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 autoAdjust="0"/>
    <p:restoredTop sz="87438" autoAdjust="0"/>
  </p:normalViewPr>
  <p:slideViewPr>
    <p:cSldViewPr showGuides="1">
      <p:cViewPr varScale="1">
        <p:scale>
          <a:sx n="84" d="100"/>
          <a:sy n="84" d="100"/>
        </p:scale>
        <p:origin x="585" y="48"/>
      </p:cViewPr>
      <p:guideLst>
        <p:guide orient="horz" pos="1499"/>
        <p:guide orient="horz" pos="2707"/>
        <p:guide pos="5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6919595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8441055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6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7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 userDrawn="1">
            <p:custDataLst>
              <p:tags r:id="rId8"/>
            </p:custDataLst>
          </p:nvPr>
        </p:nvSpPr>
        <p:spPr>
          <a:xfrm>
            <a:off x="6892945" y="969581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椭圆 24"/>
          <p:cNvSpPr/>
          <p:nvPr userDrawn="1">
            <p:custDataLst>
              <p:tags r:id="rId9"/>
            </p:custDataLst>
          </p:nvPr>
        </p:nvSpPr>
        <p:spPr>
          <a:xfrm>
            <a:off x="9102739" y="4021926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0"/>
            </p:custDataLst>
          </p:nvPr>
        </p:nvSpPr>
        <p:spPr>
          <a:xfrm>
            <a:off x="996315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图形 24"/>
          <p:cNvSpPr/>
          <p:nvPr userDrawn="1">
            <p:custDataLst>
              <p:tags r:id="rId11"/>
            </p:custDataLst>
          </p:nvPr>
        </p:nvSpPr>
        <p:spPr>
          <a:xfrm>
            <a:off x="996315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图形 16"/>
          <p:cNvSpPr/>
          <p:nvPr userDrawn="1">
            <p:custDataLst>
              <p:tags r:id="rId12"/>
            </p:custDataLst>
          </p:nvPr>
        </p:nvSpPr>
        <p:spPr>
          <a:xfrm>
            <a:off x="77133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68110" y="1415134"/>
            <a:ext cx="6217877" cy="2610488"/>
          </a:xfrm>
          <a:noFill/>
        </p:spPr>
        <p:txBody>
          <a:bodyPr wrap="square" anchor="b" anchorCtr="0">
            <a:normAutofit/>
          </a:bodyPr>
          <a:lstStyle>
            <a:lvl1pPr>
              <a:defRPr lang="zh-CN" altLang="en-US" sz="60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442126" y="523878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68109" y="4481316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 userDrawn="1">
            <p:custDataLst>
              <p:tags r:id="rId3"/>
            </p:custDataLst>
          </p:nvPr>
        </p:nvSpPr>
        <p:spPr>
          <a:xfrm flipV="1">
            <a:off x="10654388" y="5436721"/>
            <a:ext cx="1537612" cy="1421279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>
            <a:gsLst>
              <a:gs pos="14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>
            <a:off x="11353800" y="1026561"/>
            <a:ext cx="70184" cy="305594"/>
          </a:xfrm>
          <a:custGeom>
            <a:avLst/>
            <a:gdLst>
              <a:gd name="connsiteX0" fmla="*/ 35092 w 70184"/>
              <a:gd name="connsiteY0" fmla="*/ 235410 h 305594"/>
              <a:gd name="connsiteX1" fmla="*/ 70184 w 70184"/>
              <a:gd name="connsiteY1" fmla="*/ 270502 h 305594"/>
              <a:gd name="connsiteX2" fmla="*/ 35092 w 70184"/>
              <a:gd name="connsiteY2" fmla="*/ 305594 h 305594"/>
              <a:gd name="connsiteX3" fmla="*/ 0 w 70184"/>
              <a:gd name="connsiteY3" fmla="*/ 270502 h 305594"/>
              <a:gd name="connsiteX4" fmla="*/ 35092 w 70184"/>
              <a:gd name="connsiteY4" fmla="*/ 235410 h 305594"/>
              <a:gd name="connsiteX5" fmla="*/ 35092 w 70184"/>
              <a:gd name="connsiteY5" fmla="*/ 117705 h 305594"/>
              <a:gd name="connsiteX6" fmla="*/ 70184 w 70184"/>
              <a:gd name="connsiteY6" fmla="*/ 152797 h 305594"/>
              <a:gd name="connsiteX7" fmla="*/ 35092 w 70184"/>
              <a:gd name="connsiteY7" fmla="*/ 187889 h 305594"/>
              <a:gd name="connsiteX8" fmla="*/ 0 w 70184"/>
              <a:gd name="connsiteY8" fmla="*/ 152797 h 305594"/>
              <a:gd name="connsiteX9" fmla="*/ 35092 w 70184"/>
              <a:gd name="connsiteY9" fmla="*/ 117705 h 305594"/>
              <a:gd name="connsiteX10" fmla="*/ 35092 w 70184"/>
              <a:gd name="connsiteY10" fmla="*/ 0 h 305594"/>
              <a:gd name="connsiteX11" fmla="*/ 70184 w 70184"/>
              <a:gd name="connsiteY11" fmla="*/ 35092 h 305594"/>
              <a:gd name="connsiteX12" fmla="*/ 35092 w 70184"/>
              <a:gd name="connsiteY12" fmla="*/ 70184 h 305594"/>
              <a:gd name="connsiteX13" fmla="*/ 0 w 70184"/>
              <a:gd name="connsiteY13" fmla="*/ 35092 h 305594"/>
              <a:gd name="connsiteX14" fmla="*/ 35092 w 70184"/>
              <a:gd name="connsiteY14" fmla="*/ 0 h 30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184" h="305594">
                <a:moveTo>
                  <a:pt x="35092" y="235410"/>
                </a:moveTo>
                <a:cubicBezTo>
                  <a:pt x="54473" y="235410"/>
                  <a:pt x="70184" y="251121"/>
                  <a:pt x="70184" y="270502"/>
                </a:cubicBezTo>
                <a:cubicBezTo>
                  <a:pt x="70184" y="289883"/>
                  <a:pt x="54473" y="305594"/>
                  <a:pt x="35092" y="305594"/>
                </a:cubicBezTo>
                <a:cubicBezTo>
                  <a:pt x="15711" y="305594"/>
                  <a:pt x="0" y="289883"/>
                  <a:pt x="0" y="270502"/>
                </a:cubicBezTo>
                <a:cubicBezTo>
                  <a:pt x="0" y="251121"/>
                  <a:pt x="15711" y="235410"/>
                  <a:pt x="35092" y="235410"/>
                </a:cubicBezTo>
                <a:close/>
                <a:moveTo>
                  <a:pt x="35092" y="117705"/>
                </a:moveTo>
                <a:cubicBezTo>
                  <a:pt x="54473" y="117705"/>
                  <a:pt x="70184" y="133416"/>
                  <a:pt x="70184" y="152797"/>
                </a:cubicBezTo>
                <a:cubicBezTo>
                  <a:pt x="70184" y="172178"/>
                  <a:pt x="54473" y="187889"/>
                  <a:pt x="35092" y="187889"/>
                </a:cubicBezTo>
                <a:cubicBezTo>
                  <a:pt x="15711" y="187889"/>
                  <a:pt x="0" y="172178"/>
                  <a:pt x="0" y="152797"/>
                </a:cubicBezTo>
                <a:cubicBezTo>
                  <a:pt x="0" y="133416"/>
                  <a:pt x="15711" y="117705"/>
                  <a:pt x="35092" y="117705"/>
                </a:cubicBezTo>
                <a:close/>
                <a:moveTo>
                  <a:pt x="35092" y="0"/>
                </a:moveTo>
                <a:cubicBezTo>
                  <a:pt x="54473" y="0"/>
                  <a:pt x="70184" y="15711"/>
                  <a:pt x="70184" y="35092"/>
                </a:cubicBezTo>
                <a:cubicBezTo>
                  <a:pt x="70184" y="54473"/>
                  <a:pt x="54473" y="70184"/>
                  <a:pt x="35092" y="70184"/>
                </a:cubicBezTo>
                <a:cubicBezTo>
                  <a:pt x="15711" y="70184"/>
                  <a:pt x="0" y="54473"/>
                  <a:pt x="0" y="35092"/>
                </a:cubicBezTo>
                <a:cubicBezTo>
                  <a:pt x="0" y="15711"/>
                  <a:pt x="15711" y="0"/>
                  <a:pt x="350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图形 12"/>
          <p:cNvSpPr/>
          <p:nvPr userDrawn="1">
            <p:custDataLst>
              <p:tags r:id="rId5"/>
            </p:custDataLst>
          </p:nvPr>
        </p:nvSpPr>
        <p:spPr>
          <a:xfrm flipH="1">
            <a:off x="0" y="0"/>
            <a:ext cx="2095499" cy="2260811"/>
          </a:xfrm>
          <a:custGeom>
            <a:avLst/>
            <a:gdLst>
              <a:gd name="connsiteX0" fmla="*/ 2815 w 1616032"/>
              <a:gd name="connsiteY0" fmla="*/ 0 h 1743519"/>
              <a:gd name="connsiteX1" fmla="*/ 641847 w 1616032"/>
              <a:gd name="connsiteY1" fmla="*/ 0 h 1743519"/>
              <a:gd name="connsiteX2" fmla="*/ 637180 w 1616032"/>
              <a:gd name="connsiteY2" fmla="*/ 93917 h 1743519"/>
              <a:gd name="connsiteX3" fmla="*/ 1392513 w 1616032"/>
              <a:gd name="connsiteY3" fmla="*/ 1121474 h 1743519"/>
              <a:gd name="connsiteX4" fmla="*/ 1601491 w 1616032"/>
              <a:gd name="connsiteY4" fmla="*/ 1520000 h 1743519"/>
              <a:gd name="connsiteX5" fmla="*/ 1202965 w 1616032"/>
              <a:gd name="connsiteY5" fmla="*/ 1728978 h 1743519"/>
              <a:gd name="connsiteX6" fmla="*/ 196744 w 1616032"/>
              <a:gd name="connsiteY6" fmla="*/ 889826 h 1743519"/>
              <a:gd name="connsiteX7" fmla="*/ 53 w 1616032"/>
              <a:gd name="connsiteY7" fmla="*/ 82868 h 1743519"/>
              <a:gd name="connsiteX8" fmla="*/ 2815 w 1616032"/>
              <a:gd name="connsiteY8" fmla="*/ 0 h 1743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6032" h="1743519">
                <a:moveTo>
                  <a:pt x="2815" y="0"/>
                </a:moveTo>
                <a:lnTo>
                  <a:pt x="641847" y="0"/>
                </a:lnTo>
                <a:cubicBezTo>
                  <a:pt x="641847" y="0"/>
                  <a:pt x="637180" y="93917"/>
                  <a:pt x="637180" y="93917"/>
                </a:cubicBezTo>
                <a:cubicBezTo>
                  <a:pt x="637085" y="552164"/>
                  <a:pt x="932550" y="978027"/>
                  <a:pt x="1392513" y="1121474"/>
                </a:cubicBezTo>
                <a:cubicBezTo>
                  <a:pt x="1560248" y="1173766"/>
                  <a:pt x="1653879" y="1352264"/>
                  <a:pt x="1601491" y="1520000"/>
                </a:cubicBezTo>
                <a:cubicBezTo>
                  <a:pt x="1549199" y="1687735"/>
                  <a:pt x="1370700" y="1781366"/>
                  <a:pt x="1202965" y="1728978"/>
                </a:cubicBezTo>
                <a:cubicBezTo>
                  <a:pt x="766434" y="1592866"/>
                  <a:pt x="409151" y="1294829"/>
                  <a:pt x="196744" y="889826"/>
                </a:cubicBezTo>
                <a:cubicBezTo>
                  <a:pt x="63965" y="636746"/>
                  <a:pt x="-2138" y="360807"/>
                  <a:pt x="53" y="82868"/>
                </a:cubicBezTo>
                <a:lnTo>
                  <a:pt x="2815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3"/>
          <p:cNvSpPr/>
          <p:nvPr userDrawn="1">
            <p:custDataLst>
              <p:tags r:id="rId6"/>
            </p:custDataLst>
          </p:nvPr>
        </p:nvSpPr>
        <p:spPr>
          <a:xfrm flipH="1">
            <a:off x="1" y="331978"/>
            <a:ext cx="767050" cy="815541"/>
          </a:xfrm>
          <a:custGeom>
            <a:avLst/>
            <a:gdLst>
              <a:gd name="connsiteX0" fmla="*/ 266085 w 960878"/>
              <a:gd name="connsiteY0" fmla="*/ 601 h 1021622"/>
              <a:gd name="connsiteX1" fmla="*/ 124392 w 960878"/>
              <a:gd name="connsiteY1" fmla="*/ 33408 h 1021622"/>
              <a:gd name="connsiteX2" fmla="*/ 33363 w 960878"/>
              <a:gd name="connsiteY2" fmla="*/ 373190 h 1021622"/>
              <a:gd name="connsiteX3" fmla="*/ 846063 w 960878"/>
              <a:gd name="connsiteY3" fmla="*/ 996773 h 1021622"/>
              <a:gd name="connsiteX4" fmla="*/ 960878 w 960878"/>
              <a:gd name="connsiteY4" fmla="*/ 1021622 h 1021622"/>
              <a:gd name="connsiteX5" fmla="*/ 960878 w 960878"/>
              <a:gd name="connsiteY5" fmla="*/ 510304 h 1021622"/>
              <a:gd name="connsiteX6" fmla="*/ 860484 w 960878"/>
              <a:gd name="connsiteY6" fmla="*/ 476220 h 1021622"/>
              <a:gd name="connsiteX7" fmla="*/ 464256 w 960878"/>
              <a:gd name="connsiteY7" fmla="*/ 124437 h 1021622"/>
              <a:gd name="connsiteX8" fmla="*/ 266085 w 960878"/>
              <a:gd name="connsiteY8" fmla="*/ 601 h 10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0878" h="1021622">
                <a:moveTo>
                  <a:pt x="266085" y="601"/>
                </a:moveTo>
                <a:cubicBezTo>
                  <a:pt x="218244" y="-2721"/>
                  <a:pt x="168993" y="7661"/>
                  <a:pt x="124392" y="33408"/>
                </a:cubicBezTo>
                <a:cubicBezTo>
                  <a:pt x="5456" y="102096"/>
                  <a:pt x="-35325" y="254254"/>
                  <a:pt x="33363" y="373190"/>
                </a:cubicBezTo>
                <a:cubicBezTo>
                  <a:pt x="212099" y="682822"/>
                  <a:pt x="500718" y="904248"/>
                  <a:pt x="846063" y="996773"/>
                </a:cubicBezTo>
                <a:lnTo>
                  <a:pt x="960878" y="1021622"/>
                </a:lnTo>
                <a:lnTo>
                  <a:pt x="960878" y="510304"/>
                </a:lnTo>
                <a:lnTo>
                  <a:pt x="860484" y="476220"/>
                </a:lnTo>
                <a:cubicBezTo>
                  <a:pt x="699387" y="407201"/>
                  <a:pt x="558441" y="287559"/>
                  <a:pt x="464256" y="124437"/>
                </a:cubicBezTo>
                <a:cubicBezTo>
                  <a:pt x="421317" y="50019"/>
                  <a:pt x="345735" y="6249"/>
                  <a:pt x="266085" y="6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椭圆 14"/>
          <p:cNvSpPr/>
          <p:nvPr userDrawn="1">
            <p:custDataLst>
              <p:tags r:id="rId7"/>
            </p:custDataLst>
          </p:nvPr>
        </p:nvSpPr>
        <p:spPr>
          <a:xfrm>
            <a:off x="102870" y="140335"/>
            <a:ext cx="171450" cy="171450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/>
          <p:nvPr userDrawn="1">
            <p:custDataLst>
              <p:tags r:id="rId8"/>
            </p:custDataLst>
          </p:nvPr>
        </p:nvSpPr>
        <p:spPr>
          <a:xfrm>
            <a:off x="1499843" y="1269396"/>
            <a:ext cx="546697" cy="546697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9283700" y="547696"/>
            <a:ext cx="1814518" cy="1263324"/>
          </a:xfrm>
          <a:noFill/>
        </p:spPr>
        <p:txBody>
          <a:bodyPr vert="horz" wrap="square" rtlCol="0" anchor="ctr" anchorCtr="0">
            <a:normAutofit/>
          </a:bodyPr>
          <a:lstStyle>
            <a:lvl1pPr algn="ctr">
              <a:defRPr lang="zh-CN" altLang="en-US" sz="6000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2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pPr marL="0" lvl="0" algn="r"/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形 23"/>
          <p:cNvSpPr/>
          <p:nvPr userDrawn="1">
            <p:custDataLst>
              <p:tags r:id="rId3"/>
            </p:custDataLst>
          </p:nvPr>
        </p:nvSpPr>
        <p:spPr>
          <a:xfrm>
            <a:off x="1068515" y="803142"/>
            <a:ext cx="4202128" cy="4488048"/>
          </a:xfrm>
          <a:custGeom>
            <a:avLst/>
            <a:gdLst>
              <a:gd name="connsiteX0" fmla="*/ 585922 w 3326429"/>
              <a:gd name="connsiteY0" fmla="*/ 283866 h 3552767"/>
              <a:gd name="connsiteX1" fmla="*/ 3042610 w 3326429"/>
              <a:gd name="connsiteY1" fmla="*/ 812123 h 3552767"/>
              <a:gd name="connsiteX2" fmla="*/ 2514258 w 3326429"/>
              <a:gd name="connsiteY2" fmla="*/ 3268906 h 3552767"/>
              <a:gd name="connsiteX3" fmla="*/ 57475 w 3326429"/>
              <a:gd name="connsiteY3" fmla="*/ 2740554 h 3552767"/>
              <a:gd name="connsiteX4" fmla="*/ 164250 w 3326429"/>
              <a:gd name="connsiteY4" fmla="*/ 2244302 h 3552767"/>
              <a:gd name="connsiteX5" fmla="*/ 660503 w 3326429"/>
              <a:gd name="connsiteY5" fmla="*/ 2351077 h 3552767"/>
              <a:gd name="connsiteX6" fmla="*/ 2124686 w 3326429"/>
              <a:gd name="connsiteY6" fmla="*/ 2665974 h 3552767"/>
              <a:gd name="connsiteX7" fmla="*/ 2439582 w 3326429"/>
              <a:gd name="connsiteY7" fmla="*/ 1201790 h 3552767"/>
              <a:gd name="connsiteX8" fmla="*/ 975399 w 3326429"/>
              <a:gd name="connsiteY8" fmla="*/ 886894 h 3552767"/>
              <a:gd name="connsiteX9" fmla="*/ 479147 w 3326429"/>
              <a:gd name="connsiteY9" fmla="*/ 780119 h 3552767"/>
              <a:gd name="connsiteX10" fmla="*/ 585922 w 3326429"/>
              <a:gd name="connsiteY10" fmla="*/ 283866 h 3552767"/>
              <a:gd name="connsiteX11" fmla="*/ 585922 w 3326429"/>
              <a:gd name="connsiteY11" fmla="*/ 283866 h 355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429" h="3552767">
                <a:moveTo>
                  <a:pt x="585922" y="283866"/>
                </a:moveTo>
                <a:cubicBezTo>
                  <a:pt x="1408977" y="-247819"/>
                  <a:pt x="2511020" y="-10742"/>
                  <a:pt x="3042610" y="812123"/>
                </a:cubicBezTo>
                <a:cubicBezTo>
                  <a:pt x="3574200" y="1634987"/>
                  <a:pt x="3337218" y="2737220"/>
                  <a:pt x="2514258" y="3268906"/>
                </a:cubicBezTo>
                <a:cubicBezTo>
                  <a:pt x="1691203" y="3800592"/>
                  <a:pt x="589160" y="3563514"/>
                  <a:pt x="57475" y="2740554"/>
                </a:cubicBezTo>
                <a:cubicBezTo>
                  <a:pt x="-50062" y="2574057"/>
                  <a:pt x="-2342" y="2351839"/>
                  <a:pt x="164250" y="2244302"/>
                </a:cubicBezTo>
                <a:cubicBezTo>
                  <a:pt x="330747" y="2136764"/>
                  <a:pt x="552965" y="2184485"/>
                  <a:pt x="660503" y="2351077"/>
                </a:cubicBezTo>
                <a:cubicBezTo>
                  <a:pt x="977304" y="2841519"/>
                  <a:pt x="1634148" y="2982870"/>
                  <a:pt x="2124686" y="2665974"/>
                </a:cubicBezTo>
                <a:cubicBezTo>
                  <a:pt x="2615223" y="2349077"/>
                  <a:pt x="2756479" y="1692328"/>
                  <a:pt x="2439582" y="1201790"/>
                </a:cubicBezTo>
                <a:cubicBezTo>
                  <a:pt x="2122686" y="711253"/>
                  <a:pt x="1465937" y="569997"/>
                  <a:pt x="975399" y="886894"/>
                </a:cubicBezTo>
                <a:cubicBezTo>
                  <a:pt x="808902" y="994431"/>
                  <a:pt x="586684" y="946711"/>
                  <a:pt x="479147" y="780119"/>
                </a:cubicBezTo>
                <a:cubicBezTo>
                  <a:pt x="371609" y="613622"/>
                  <a:pt x="419330" y="391403"/>
                  <a:pt x="585922" y="283866"/>
                </a:cubicBezTo>
                <a:lnTo>
                  <a:pt x="585922" y="28386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8469650" y="2639425"/>
            <a:ext cx="2477770" cy="334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形 13"/>
          <p:cNvSpPr/>
          <p:nvPr userDrawn="1">
            <p:custDataLst>
              <p:tags r:id="rId5"/>
            </p:custDataLst>
          </p:nvPr>
        </p:nvSpPr>
        <p:spPr>
          <a:xfrm>
            <a:off x="1312042" y="1331347"/>
            <a:ext cx="3352258" cy="3352256"/>
          </a:xfrm>
          <a:custGeom>
            <a:avLst/>
            <a:gdLst>
              <a:gd name="connsiteX0" fmla="*/ 1509808 w 3019615"/>
              <a:gd name="connsiteY0" fmla="*/ 3019520 h 3019615"/>
              <a:gd name="connsiteX1" fmla="*/ 0 w 3019615"/>
              <a:gd name="connsiteY1" fmla="*/ 1509808 h 3019615"/>
              <a:gd name="connsiteX2" fmla="*/ 1509808 w 3019615"/>
              <a:gd name="connsiteY2" fmla="*/ 0 h 3019615"/>
              <a:gd name="connsiteX3" fmla="*/ 3019616 w 3019615"/>
              <a:gd name="connsiteY3" fmla="*/ 1509808 h 3019615"/>
              <a:gd name="connsiteX4" fmla="*/ 2638616 w 3019615"/>
              <a:gd name="connsiteY4" fmla="*/ 1890808 h 3019615"/>
              <a:gd name="connsiteX5" fmla="*/ 2257616 w 3019615"/>
              <a:gd name="connsiteY5" fmla="*/ 1509808 h 3019615"/>
              <a:gd name="connsiteX6" fmla="*/ 1509808 w 3019615"/>
              <a:gd name="connsiteY6" fmla="*/ 762000 h 3019615"/>
              <a:gd name="connsiteX7" fmla="*/ 762000 w 3019615"/>
              <a:gd name="connsiteY7" fmla="*/ 1509808 h 3019615"/>
              <a:gd name="connsiteX8" fmla="*/ 1509808 w 3019615"/>
              <a:gd name="connsiteY8" fmla="*/ 2257616 h 3019615"/>
              <a:gd name="connsiteX9" fmla="*/ 1890808 w 3019615"/>
              <a:gd name="connsiteY9" fmla="*/ 2638616 h 3019615"/>
              <a:gd name="connsiteX10" fmla="*/ 1509808 w 3019615"/>
              <a:gd name="connsiteY10" fmla="*/ 3019616 h 301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9615" h="3019615">
                <a:moveTo>
                  <a:pt x="1509808" y="3019520"/>
                </a:moveTo>
                <a:cubicBezTo>
                  <a:pt x="677323" y="3019520"/>
                  <a:pt x="0" y="2342293"/>
                  <a:pt x="0" y="1509808"/>
                </a:cubicBezTo>
                <a:cubicBezTo>
                  <a:pt x="0" y="677323"/>
                  <a:pt x="677323" y="0"/>
                  <a:pt x="1509808" y="0"/>
                </a:cubicBezTo>
                <a:cubicBezTo>
                  <a:pt x="2342293" y="0"/>
                  <a:pt x="3019616" y="677323"/>
                  <a:pt x="3019616" y="1509808"/>
                </a:cubicBezTo>
                <a:cubicBezTo>
                  <a:pt x="3019616" y="1720215"/>
                  <a:pt x="2849023" y="1890808"/>
                  <a:pt x="2638616" y="1890808"/>
                </a:cubicBezTo>
                <a:cubicBezTo>
                  <a:pt x="2428208" y="1890808"/>
                  <a:pt x="2257616" y="1720215"/>
                  <a:pt x="2257616" y="1509808"/>
                </a:cubicBezTo>
                <a:cubicBezTo>
                  <a:pt x="2257616" y="1097471"/>
                  <a:pt x="1922145" y="762000"/>
                  <a:pt x="1509808" y="762000"/>
                </a:cubicBezTo>
                <a:cubicBezTo>
                  <a:pt x="1097471" y="762000"/>
                  <a:pt x="762000" y="1097471"/>
                  <a:pt x="762000" y="1509808"/>
                </a:cubicBezTo>
                <a:cubicBezTo>
                  <a:pt x="762000" y="1922145"/>
                  <a:pt x="1097471" y="2257616"/>
                  <a:pt x="1509808" y="2257616"/>
                </a:cubicBezTo>
                <a:cubicBezTo>
                  <a:pt x="1720215" y="2257616"/>
                  <a:pt x="1890808" y="2428208"/>
                  <a:pt x="1890808" y="2638616"/>
                </a:cubicBezTo>
                <a:cubicBezTo>
                  <a:pt x="1890808" y="2849023"/>
                  <a:pt x="1720215" y="3019616"/>
                  <a:pt x="1509808" y="301961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0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778000" y="2356902"/>
            <a:ext cx="0" cy="2871449"/>
          </a:xfrm>
          <a:prstGeom prst="line">
            <a:avLst/>
          </a:prstGeom>
          <a:ln>
            <a:solidFill>
              <a:schemeClr val="accent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2620121" y="2639425"/>
            <a:ext cx="736100" cy="736100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 userDrawn="1">
            <p:custDataLst>
              <p:tags r:id="rId8"/>
            </p:custDataLst>
          </p:nvPr>
        </p:nvSpPr>
        <p:spPr>
          <a:xfrm>
            <a:off x="4745253" y="3924161"/>
            <a:ext cx="444436" cy="444436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 flipV="1">
            <a:off x="0" y="0"/>
            <a:ext cx="1259205" cy="833120"/>
          </a:xfrm>
          <a:custGeom>
            <a:avLst/>
            <a:gdLst>
              <a:gd name="connsiteX0" fmla="*/ 1259430 w 1259430"/>
              <a:gd name="connsiteY0" fmla="*/ 833045 h 833045"/>
              <a:gd name="connsiteX1" fmla="*/ 0 w 1259430"/>
              <a:gd name="connsiteY1" fmla="*/ 833045 h 833045"/>
              <a:gd name="connsiteX2" fmla="*/ 10126 w 1259430"/>
              <a:gd name="connsiteY2" fmla="*/ 819504 h 833045"/>
              <a:gd name="connsiteX3" fmla="*/ 1126137 w 1259430"/>
              <a:gd name="connsiteY3" fmla="*/ 38726 h 833045"/>
              <a:gd name="connsiteX4" fmla="*/ 1259430 w 1259430"/>
              <a:gd name="connsiteY4" fmla="*/ 0 h 83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9430" h="833045">
                <a:moveTo>
                  <a:pt x="1259430" y="833045"/>
                </a:moveTo>
                <a:lnTo>
                  <a:pt x="0" y="833045"/>
                </a:lnTo>
                <a:lnTo>
                  <a:pt x="10126" y="819504"/>
                </a:lnTo>
                <a:cubicBezTo>
                  <a:pt x="301323" y="466655"/>
                  <a:pt x="685952" y="193770"/>
                  <a:pt x="1126137" y="38726"/>
                </a:cubicBezTo>
                <a:lnTo>
                  <a:pt x="125943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>
            <p:custDataLst>
              <p:tags r:id="rId10"/>
            </p:custDataLst>
          </p:nvPr>
        </p:nvSpPr>
        <p:spPr>
          <a:xfrm>
            <a:off x="1482507" y="4643034"/>
            <a:ext cx="217666" cy="217664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9" name="直接连接符 28"/>
          <p:cNvCxnSpPr/>
          <p:nvPr userDrawn="1">
            <p:custDataLst>
              <p:tags r:id="rId11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2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3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14170" y="3048024"/>
            <a:ext cx="5412458" cy="175992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575549" y="966615"/>
            <a:ext cx="4351080" cy="206270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0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4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flipV="1">
            <a:off x="10733104" y="5509481"/>
            <a:ext cx="1458895" cy="1348518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任意多边形: 形状 6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5"/>
            </p:custDataLst>
          </p:nvPr>
        </p:nvSpPr>
        <p:spPr>
          <a:xfrm flipH="1">
            <a:off x="0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 flipH="1">
            <a:off x="4859423" y="917634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7"/>
            </p:custDataLst>
          </p:nvPr>
        </p:nvSpPr>
        <p:spPr>
          <a:xfrm flipH="1">
            <a:off x="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6" name="图形 24"/>
          <p:cNvSpPr/>
          <p:nvPr userDrawn="1">
            <p:custDataLst>
              <p:tags r:id="rId8"/>
            </p:custDataLst>
          </p:nvPr>
        </p:nvSpPr>
        <p:spPr>
          <a:xfrm flipH="1">
            <a:off x="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图形 16"/>
          <p:cNvSpPr/>
          <p:nvPr userDrawn="1">
            <p:custDataLst>
              <p:tags r:id="rId9"/>
            </p:custDataLst>
          </p:nvPr>
        </p:nvSpPr>
        <p:spPr>
          <a:xfrm flipH="1">
            <a:off x="8299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10"/>
            </p:custDataLst>
          </p:nvPr>
        </p:nvCxnSpPr>
        <p:spPr>
          <a:xfrm>
            <a:off x="10930251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1"/>
            </p:custDataLst>
          </p:nvPr>
        </p:nvCxnSpPr>
        <p:spPr>
          <a:xfrm>
            <a:off x="10930251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12"/>
            </p:custDataLst>
          </p:nvPr>
        </p:nvCxnSpPr>
        <p:spPr>
          <a:xfrm>
            <a:off x="10930251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 userDrawn="1">
            <p:custDataLst>
              <p:tags r:id="rId13"/>
            </p:custDataLst>
          </p:nvPr>
        </p:nvSpPr>
        <p:spPr>
          <a:xfrm flipH="1">
            <a:off x="1401445" y="4279089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7"/>
            </p:custDataLst>
          </p:nvPr>
        </p:nvSpPr>
        <p:spPr>
          <a:xfrm>
            <a:off x="2351686" y="2487519"/>
            <a:ext cx="8810024" cy="1222785"/>
          </a:xfrm>
        </p:spPr>
        <p:txBody>
          <a:bodyPr wrap="square" anchor="b" anchorCtr="0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7861296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0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284455" y="4085899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24" Type="http://schemas.openxmlformats.org/officeDocument/2006/relationships/theme" Target="../theme/theme4.xml"/></Relationships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3"/>
            </p:custDataLst>
          </p:nvPr>
        </p:nvSpPr>
        <p:spPr>
          <a:xfrm>
            <a:off x="10287001" y="450850"/>
            <a:ext cx="1219200" cy="711200"/>
          </a:xfrm>
          <a:custGeom>
            <a:avLst/>
            <a:gdLst>
              <a:gd name="connsiteX0" fmla="*/ 0 w 1219200"/>
              <a:gd name="connsiteY0" fmla="*/ 0 h 711200"/>
              <a:gd name="connsiteX1" fmla="*/ 1219200 w 1219200"/>
              <a:gd name="connsiteY1" fmla="*/ 165100 h 711200"/>
              <a:gd name="connsiteX2" fmla="*/ 488950 w 1219200"/>
              <a:gd name="connsiteY2" fmla="*/ 711200 h 711200"/>
              <a:gd name="connsiteX3" fmla="*/ 0 w 1219200"/>
              <a:gd name="connsiteY3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711200">
                <a:moveTo>
                  <a:pt x="0" y="0"/>
                </a:moveTo>
                <a:lnTo>
                  <a:pt x="1219200" y="165100"/>
                </a:lnTo>
                <a:lnTo>
                  <a:pt x="488950" y="711200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4"/>
            </p:custDataLst>
          </p:nvPr>
        </p:nvSpPr>
        <p:spPr>
          <a:xfrm>
            <a:off x="10718801" y="0"/>
            <a:ext cx="1473199" cy="1361739"/>
          </a:xfrm>
          <a:custGeom>
            <a:avLst/>
            <a:gdLst>
              <a:gd name="connsiteX0" fmla="*/ 0 w 3276599"/>
              <a:gd name="connsiteY0" fmla="*/ 0 h 3028696"/>
              <a:gd name="connsiteX1" fmla="*/ 945683 w 3276599"/>
              <a:gd name="connsiteY1" fmla="*/ 0 h 3028696"/>
              <a:gd name="connsiteX2" fmla="*/ 948498 w 3276599"/>
              <a:gd name="connsiteY2" fmla="*/ 108002 h 3028696"/>
              <a:gd name="connsiteX3" fmla="*/ 3166700 w 3276599"/>
              <a:gd name="connsiteY3" fmla="*/ 2260336 h 3028696"/>
              <a:gd name="connsiteX4" fmla="*/ 3276599 w 3276599"/>
              <a:gd name="connsiteY4" fmla="*/ 2263032 h 3028696"/>
              <a:gd name="connsiteX5" fmla="*/ 3276599 w 3276599"/>
              <a:gd name="connsiteY5" fmla="*/ 3028696 h 3028696"/>
              <a:gd name="connsiteX6" fmla="*/ 3122111 w 3276599"/>
              <a:gd name="connsiteY6" fmla="*/ 3025087 h 3028696"/>
              <a:gd name="connsiteX7" fmla="*/ 3956 w 3276599"/>
              <a:gd name="connsiteY7" fmla="*/ 144544 h 302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6599" h="3028696">
                <a:moveTo>
                  <a:pt x="0" y="0"/>
                </a:moveTo>
                <a:lnTo>
                  <a:pt x="945683" y="0"/>
                </a:lnTo>
                <a:lnTo>
                  <a:pt x="948498" y="108002"/>
                </a:lnTo>
                <a:cubicBezTo>
                  <a:pt x="1009194" y="1269845"/>
                  <a:pt x="1969300" y="2201442"/>
                  <a:pt x="3166700" y="2260336"/>
                </a:cubicBezTo>
                <a:lnTo>
                  <a:pt x="3276599" y="2263032"/>
                </a:lnTo>
                <a:lnTo>
                  <a:pt x="3276599" y="3028696"/>
                </a:lnTo>
                <a:lnTo>
                  <a:pt x="3122111" y="3025087"/>
                </a:lnTo>
                <a:cubicBezTo>
                  <a:pt x="1438911" y="2946268"/>
                  <a:pt x="89278" y="1699479"/>
                  <a:pt x="3956" y="14454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>
            <p:custDataLst>
              <p:tags r:id="rId15"/>
            </p:custDataLst>
          </p:nvPr>
        </p:nvSpPr>
        <p:spPr>
          <a:xfrm>
            <a:off x="11238485" y="423882"/>
            <a:ext cx="532212" cy="53221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椭圆 22"/>
          <p:cNvSpPr/>
          <p:nvPr userDrawn="1">
            <p:custDataLst>
              <p:tags r:id="rId16"/>
            </p:custDataLst>
          </p:nvPr>
        </p:nvSpPr>
        <p:spPr>
          <a:xfrm>
            <a:off x="10321724" y="357339"/>
            <a:ext cx="222138" cy="222138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椭圆 23"/>
          <p:cNvSpPr/>
          <p:nvPr userDrawn="1">
            <p:custDataLst>
              <p:tags r:id="rId17"/>
            </p:custDataLst>
          </p:nvPr>
        </p:nvSpPr>
        <p:spPr>
          <a:xfrm>
            <a:off x="10856597" y="1110794"/>
            <a:ext cx="130033" cy="130033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20000"/>
                  <a:lumOff val="8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4.xml><?xml version="1.0" encoding="utf-8"?>
<a:theme xmlns:a="http://schemas.openxmlformats.org/drawingml/2006/main" name="蓝色职场办公简约风主题">
  <a:themeElements>
    <a:clrScheme name="2024.3.8【NO.09】-几何简约风主题模板">
      <a:dk1>
        <a:srgbClr val="333333"/>
      </a:dk1>
      <a:lt1>
        <a:sysClr val="window" lastClr="FFFFFF"/>
      </a:lt1>
      <a:dk2>
        <a:srgbClr val="001A3A"/>
      </a:dk2>
      <a:lt2>
        <a:srgbClr val="F7FAFF"/>
      </a:lt2>
      <a:accent1>
        <a:srgbClr val="016EFF"/>
      </a:accent1>
      <a:accent2>
        <a:srgbClr val="624AF0"/>
      </a:accent2>
      <a:accent3>
        <a:srgbClr val="9618F4"/>
      </a:accent3>
      <a:accent4>
        <a:srgbClr val="F7219B"/>
      </a:accent4>
      <a:accent5>
        <a:srgbClr val="F02836"/>
      </a:accent5>
      <a:accent6>
        <a:srgbClr val="EE672A"/>
      </a:accent6>
      <a:hlink>
        <a:srgbClr val="0026E5"/>
      </a:hlink>
      <a:folHlink>
        <a:srgbClr val="7E1FAD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93000">
              <a:schemeClr val="accent3"/>
            </a:gs>
            <a:gs pos="52000">
              <a:schemeClr val="accent1"/>
            </a:gs>
          </a:gsLst>
          <a:path path="circle">
            <a:fillToRect r="100000" b="100000"/>
          </a:path>
          <a:tileRect l="-100000" t="-100000"/>
        </a:gra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buClrTx/>
          <a:buSzTx/>
          <a:buFontTx/>
          <a:defRPr>
            <a:solidFill>
              <a:schemeClr val="lt1"/>
            </a:solidFill>
            <a:sym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演示文稿模板</dc:title>
  <dc:creator/>
  <cp:lastModifiedBy/>
  <cp:revision>565</cp:revision>
  <dcterms:created xsi:type="dcterms:W3CDTF">2021-03-29T01:20:00Z</dcterms:created>
  <dcterms:modified xsi:type="dcterms:W3CDTF">2026-09-18T04:26:02Z</dcterms:modified>
</cp:coreProperties>
</file>