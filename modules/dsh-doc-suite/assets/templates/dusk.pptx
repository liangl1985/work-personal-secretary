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5"/>
  </p:sld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12192000" cy="6858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499" userDrawn="1">
          <p15:clr>
            <a:srgbClr val="A4A3A4"/>
          </p15:clr>
        </p15:guide>
        <p15:guide id="6" orient="horz" pos="2707" userDrawn="1">
          <p15:clr>
            <a:srgbClr val="A4A3A4"/>
          </p15:clr>
        </p15:guide>
        <p15:guide id="7" pos="5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A25"/>
    <a:srgbClr val="014B82"/>
    <a:srgbClr val="5C5D84"/>
    <a:srgbClr val="0A123D"/>
    <a:srgbClr val="00013F"/>
    <a:srgbClr val="002D87"/>
    <a:srgbClr val="FC9110"/>
    <a:srgbClr val="F38023"/>
    <a:srgbClr val="F49F05"/>
    <a:srgbClr val="0B0D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6" autoAdjust="0"/>
    <p:restoredTop sz="87438" autoAdjust="0"/>
  </p:normalViewPr>
  <p:slideViewPr>
    <p:cSldViewPr showGuides="1">
      <p:cViewPr varScale="1">
        <p:scale>
          <a:sx n="84" d="100"/>
          <a:sy n="84" d="100"/>
        </p:scale>
        <p:origin x="585" y="48"/>
      </p:cViewPr>
      <p:guideLst>
        <p:guide orient="horz" pos="1499"/>
        <p:guide orient="horz" pos="2707"/>
        <p:guide pos="51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3.png"/><Relationship Id="rId6" Type="http://schemas.microsoft.com/office/2007/relationships/hdphoto" Target="../media/image24.wdp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11" Type="http://schemas.openxmlformats.org/officeDocument/2006/relationships/image" Target="../media/image25.jpeg"/></Relationships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0" y="5802312"/>
            <a:ext cx="1055687" cy="1055688"/>
          </a:xfrm>
          <a:custGeom>
            <a:avLst/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5000" contrast="10000"/>
                    </a14:imgEffect>
                    <a14:imgEffect>
                      <a14:saturation sat="1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20633" y="0"/>
            <a:ext cx="4971367" cy="4971368"/>
          </a:xfrm>
          <a:custGeom>
            <a:avLst/>
            <a:gdLst>
              <a:gd name="connsiteX0" fmla="*/ 0 w 4455198"/>
              <a:gd name="connsiteY0" fmla="*/ 0 h 4455198"/>
              <a:gd name="connsiteX1" fmla="*/ 2227599 w 4455198"/>
              <a:gd name="connsiteY1" fmla="*/ 0 h 4455198"/>
              <a:gd name="connsiteX2" fmla="*/ 4455198 w 4455198"/>
              <a:gd name="connsiteY2" fmla="*/ 2227599 h 4455198"/>
              <a:gd name="connsiteX3" fmla="*/ 4455198 w 4455198"/>
              <a:gd name="connsiteY3" fmla="*/ 4455198 h 4455198"/>
              <a:gd name="connsiteX4" fmla="*/ 0 w 4455198"/>
              <a:gd name="connsiteY4" fmla="*/ 0 h 445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5198" h="4455198">
                <a:moveTo>
                  <a:pt x="0" y="0"/>
                </a:moveTo>
                <a:lnTo>
                  <a:pt x="2227599" y="0"/>
                </a:lnTo>
                <a:cubicBezTo>
                  <a:pt x="2227599" y="1230269"/>
                  <a:pt x="3224929" y="2227599"/>
                  <a:pt x="4455198" y="2227599"/>
                </a:cubicBezTo>
                <a:lnTo>
                  <a:pt x="4455198" y="4455198"/>
                </a:lnTo>
                <a:cubicBezTo>
                  <a:pt x="1994660" y="4455198"/>
                  <a:pt x="0" y="2460538"/>
                  <a:pt x="0" y="0"/>
                </a:cubicBezTo>
                <a:close/>
              </a:path>
            </a:pathLst>
          </a:custGeom>
        </p:spPr>
      </p:pic>
      <p:sp>
        <p:nvSpPr>
          <p:cNvPr id="11" name="任意多边形: 形状 10"/>
          <p:cNvSpPr/>
          <p:nvPr userDrawn="1">
            <p:custDataLst>
              <p:tags r:id="rId7"/>
            </p:custDataLst>
          </p:nvPr>
        </p:nvSpPr>
        <p:spPr>
          <a:xfrm flipH="1" flipV="1">
            <a:off x="6426266" y="0"/>
            <a:ext cx="5765734" cy="5776914"/>
          </a:xfrm>
          <a:custGeom>
            <a:avLst/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8"/>
            </p:custDataLst>
          </p:nvPr>
        </p:nvSpPr>
        <p:spPr>
          <a:xfrm flipH="1" flipV="1">
            <a:off x="10150846" y="0"/>
            <a:ext cx="2041154" cy="2041154"/>
          </a:xfrm>
          <a:custGeom>
            <a:avLst/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9"/>
            </p:custDataLst>
          </p:nvPr>
        </p:nvSpPr>
        <p:spPr>
          <a:xfrm>
            <a:off x="7933082" y="5776912"/>
            <a:ext cx="3585818" cy="1081087"/>
          </a:xfrm>
          <a:custGeom>
            <a:avLst/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6946608" y="5568399"/>
            <a:ext cx="1972948" cy="498232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>
            <p:custDataLst>
              <p:tags r:id="rId11"/>
            </p:custDataLst>
          </p:nvPr>
        </p:nvCxnSpPr>
        <p:spPr>
          <a:xfrm>
            <a:off x="1067581" y="863874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12"/>
            </p:custDataLst>
          </p:nvPr>
        </p:nvCxnSpPr>
        <p:spPr>
          <a:xfrm>
            <a:off x="1067581" y="920961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>
            <p:custDataLst>
              <p:tags r:id="rId13"/>
            </p:custDataLst>
          </p:nvPr>
        </p:nvCxnSpPr>
        <p:spPr>
          <a:xfrm>
            <a:off x="1067581" y="978048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14"/>
            </p:custDataLst>
          </p:nvPr>
        </p:nvSpPr>
        <p:spPr>
          <a:xfrm>
            <a:off x="1067581" y="1615544"/>
            <a:ext cx="5646700" cy="208634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5"/>
            </p:custDataLst>
          </p:nvPr>
        </p:nvSpPr>
        <p:spPr>
          <a:xfrm>
            <a:off x="1067581" y="3845884"/>
            <a:ext cx="5646700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 userDrawn="1">
            <p:ph type="body" sz="quarter" idx="13" hasCustomPrompt="1"/>
            <p:custDataLst>
              <p:tags r:id="rId19"/>
            </p:custDataLst>
          </p:nvPr>
        </p:nvSpPr>
        <p:spPr>
          <a:xfrm>
            <a:off x="1365140" y="6787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20"/>
            </p:custDataLst>
          </p:nvPr>
        </p:nvSpPr>
        <p:spPr>
          <a:xfrm>
            <a:off x="1067581" y="5254864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00000">
                <a:schemeClr val="bg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3"/>
            </p:custDataLst>
          </p:nvPr>
        </p:nvSpPr>
        <p:spPr>
          <a:xfrm flipH="1" flipV="1">
            <a:off x="8483599" y="0"/>
            <a:ext cx="3708400" cy="1118044"/>
          </a:xfrm>
          <a:custGeom>
            <a:avLst/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 userDrawn="1">
            <p:custDataLst>
              <p:tags r:id="rId4"/>
            </p:custDataLst>
          </p:nvPr>
        </p:nvSpPr>
        <p:spPr>
          <a:xfrm flipH="1" flipV="1">
            <a:off x="9431652" y="739775"/>
            <a:ext cx="1972948" cy="498232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>
          <a:xfrm>
            <a:off x="0" y="5802312"/>
            <a:ext cx="1055687" cy="1055688"/>
          </a:xfrm>
          <a:custGeom>
            <a:avLst/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 userDrawn="1">
            <p:custDataLst>
              <p:tags r:id="rId6"/>
            </p:custDataLst>
          </p:nvPr>
        </p:nvSpPr>
        <p:spPr>
          <a:xfrm>
            <a:off x="8483598" y="802733"/>
            <a:ext cx="482602" cy="48260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055687" y="503490"/>
            <a:ext cx="1687513" cy="1081088"/>
          </a:xfrm>
        </p:spPr>
        <p:txBody>
          <a:bodyPr wrap="square"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3"/>
            </p:custDataLst>
          </p:nvPr>
        </p:nvSpPr>
        <p:spPr>
          <a:xfrm>
            <a:off x="7933082" y="5776913"/>
            <a:ext cx="3585818" cy="1081087"/>
          </a:xfrm>
          <a:custGeom>
            <a:avLst/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4"/>
            </p:custDataLst>
          </p:nvPr>
        </p:nvSpPr>
        <p:spPr>
          <a:xfrm>
            <a:off x="6946608" y="5568399"/>
            <a:ext cx="1972948" cy="498232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 flipH="1" flipV="1">
            <a:off x="6415314" y="0"/>
            <a:ext cx="5776686" cy="5776686"/>
          </a:xfrm>
          <a:custGeom>
            <a:avLst/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6"/>
            </p:custDataLst>
          </p:nvPr>
        </p:nvSpPr>
        <p:spPr>
          <a:xfrm>
            <a:off x="1" y="5194298"/>
            <a:ext cx="1663700" cy="1663702"/>
          </a:xfrm>
          <a:custGeom>
            <a:avLst/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526400" y="3625730"/>
            <a:ext cx="5903100" cy="1790041"/>
          </a:xfrm>
        </p:spPr>
        <p:txBody>
          <a:bodyPr wrap="square" anchor="t" anchorCtr="0">
            <a:normAutofit/>
          </a:bodyPr>
          <a:lstStyle>
            <a:lvl1pPr algn="l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1524000" y="1859048"/>
            <a:ext cx="5903100" cy="1663702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7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3"/>
            </p:custDataLst>
          </p:nvPr>
        </p:nvSpPr>
        <p:spPr>
          <a:xfrm>
            <a:off x="7933082" y="5776912"/>
            <a:ext cx="3585818" cy="1081087"/>
          </a:xfrm>
          <a:custGeom>
            <a:avLst/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4"/>
            </p:custDataLst>
          </p:nvPr>
        </p:nvSpPr>
        <p:spPr>
          <a:xfrm>
            <a:off x="6946608" y="5568399"/>
            <a:ext cx="1972948" cy="498232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5"/>
            </p:custDataLst>
          </p:nvPr>
        </p:nvSpPr>
        <p:spPr>
          <a:xfrm>
            <a:off x="0" y="5802312"/>
            <a:ext cx="1055687" cy="1055688"/>
          </a:xfrm>
          <a:custGeom>
            <a:avLst/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6"/>
            </p:custDataLst>
          </p:nvPr>
        </p:nvCxnSpPr>
        <p:spPr>
          <a:xfrm>
            <a:off x="1067581" y="863874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7"/>
            </p:custDataLst>
          </p:nvPr>
        </p:nvCxnSpPr>
        <p:spPr>
          <a:xfrm>
            <a:off x="1067581" y="920961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8"/>
            </p:custDataLst>
          </p:nvPr>
        </p:nvCxnSpPr>
        <p:spPr>
          <a:xfrm>
            <a:off x="1067581" y="978048"/>
            <a:ext cx="17305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: 形状 8"/>
          <p:cNvSpPr/>
          <p:nvPr userDrawn="1">
            <p:custDataLst>
              <p:tags r:id="rId9"/>
            </p:custDataLst>
          </p:nvPr>
        </p:nvSpPr>
        <p:spPr>
          <a:xfrm flipH="1" flipV="1">
            <a:off x="10150845" y="0"/>
            <a:ext cx="2041155" cy="2041155"/>
          </a:xfrm>
          <a:custGeom>
            <a:avLst/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20633" y="2"/>
            <a:ext cx="4971367" cy="4971368"/>
          </a:xfrm>
          <a:custGeom>
            <a:avLst/>
            <a:gdLst>
              <a:gd name="connsiteX0" fmla="*/ 0 w 4723034"/>
              <a:gd name="connsiteY0" fmla="*/ 0 h 4723035"/>
              <a:gd name="connsiteX1" fmla="*/ 2361517 w 4723034"/>
              <a:gd name="connsiteY1" fmla="*/ 0 h 4723035"/>
              <a:gd name="connsiteX2" fmla="*/ 4723034 w 4723034"/>
              <a:gd name="connsiteY2" fmla="*/ 2361518 h 4723035"/>
              <a:gd name="connsiteX3" fmla="*/ 4723034 w 4723034"/>
              <a:gd name="connsiteY3" fmla="*/ 4723035 h 4723035"/>
              <a:gd name="connsiteX4" fmla="*/ 0 w 4723034"/>
              <a:gd name="connsiteY4" fmla="*/ 0 h 472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3034" h="4723035">
                <a:moveTo>
                  <a:pt x="0" y="0"/>
                </a:moveTo>
                <a:lnTo>
                  <a:pt x="2361517" y="0"/>
                </a:lnTo>
                <a:cubicBezTo>
                  <a:pt x="2361517" y="1304230"/>
                  <a:pt x="3418804" y="2361518"/>
                  <a:pt x="4723034" y="2361518"/>
                </a:cubicBezTo>
                <a:lnTo>
                  <a:pt x="4723034" y="4723035"/>
                </a:lnTo>
                <a:cubicBezTo>
                  <a:pt x="2114574" y="4723035"/>
                  <a:pt x="0" y="2608460"/>
                  <a:pt x="0" y="0"/>
                </a:cubicBezTo>
                <a:close/>
              </a:path>
            </a:pathLst>
          </a:custGeom>
        </p:spPr>
      </p:pic>
      <p:sp>
        <p:nvSpPr>
          <p:cNvPr id="19" name="任意多边形: 形状 18"/>
          <p:cNvSpPr/>
          <p:nvPr userDrawn="1">
            <p:custDataLst>
              <p:tags r:id="rId12"/>
            </p:custDataLst>
          </p:nvPr>
        </p:nvSpPr>
        <p:spPr>
          <a:xfrm flipH="1" flipV="1">
            <a:off x="6426267" y="0"/>
            <a:ext cx="5765733" cy="5776914"/>
          </a:xfrm>
          <a:custGeom>
            <a:avLst/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13"/>
            </p:custDataLst>
          </p:nvPr>
        </p:nvSpPr>
        <p:spPr>
          <a:xfrm>
            <a:off x="1067581" y="1438875"/>
            <a:ext cx="5841220" cy="20903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4"/>
            </p:custDataLst>
          </p:nvPr>
        </p:nvSpPr>
        <p:spPr>
          <a:xfrm>
            <a:off x="1067581" y="3673225"/>
            <a:ext cx="5841220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 userDrawn="1">
            <p:ph type="body" sz="quarter" idx="13" hasCustomPrompt="1"/>
            <p:custDataLst>
              <p:tags r:id="rId18"/>
            </p:custDataLst>
          </p:nvPr>
        </p:nvSpPr>
        <p:spPr>
          <a:xfrm>
            <a:off x="1446737" y="666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9"/>
            </p:custDataLst>
          </p:nvPr>
        </p:nvSpPr>
        <p:spPr>
          <a:xfrm>
            <a:off x="1067581" y="5258398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21" Type="http://schemas.openxmlformats.org/officeDocument/2006/relationships/theme" Target="../theme/theme4.xml"/></Relationships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>
            <a:off x="10941050" y="6104029"/>
            <a:ext cx="1250950" cy="753971"/>
          </a:xfrm>
          <a:custGeom>
            <a:avLst/>
            <a:gdLst>
              <a:gd name="connsiteX0" fmla="*/ 1250950 w 1250950"/>
              <a:gd name="connsiteY0" fmla="*/ 0 h 753971"/>
              <a:gd name="connsiteX1" fmla="*/ 1250950 w 1250950"/>
              <a:gd name="connsiteY1" fmla="*/ 753971 h 753971"/>
              <a:gd name="connsiteX2" fmla="*/ 0 w 1250950"/>
              <a:gd name="connsiteY2" fmla="*/ 753971 h 753971"/>
              <a:gd name="connsiteX3" fmla="*/ 4704 w 1250950"/>
              <a:gd name="connsiteY3" fmla="*/ 744208 h 753971"/>
              <a:gd name="connsiteX4" fmla="*/ 1056691 w 1250950"/>
              <a:gd name="connsiteY4" fmla="*/ 13476 h 753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" h="753971">
                <a:moveTo>
                  <a:pt x="1250950" y="0"/>
                </a:moveTo>
                <a:lnTo>
                  <a:pt x="1250950" y="753971"/>
                </a:lnTo>
                <a:lnTo>
                  <a:pt x="0" y="753971"/>
                </a:lnTo>
                <a:lnTo>
                  <a:pt x="4704" y="744208"/>
                </a:lnTo>
                <a:cubicBezTo>
                  <a:pt x="215501" y="356165"/>
                  <a:pt x="601588" y="77164"/>
                  <a:pt x="1056691" y="1347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4"/>
            </p:custDataLst>
          </p:nvPr>
        </p:nvSpPr>
        <p:spPr>
          <a:xfrm>
            <a:off x="10941050" y="6350351"/>
            <a:ext cx="1034820" cy="261325"/>
          </a:xfrm>
          <a:custGeom>
            <a:avLst/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4.xml><?xml version="1.0" encoding="utf-8"?>
<a:theme xmlns:a="http://schemas.openxmlformats.org/drawingml/2006/main" name="Office 主题​​">
  <a:themeElements>
    <a:clrScheme name="00000419-1">
      <a:dk1>
        <a:srgbClr val="333333"/>
      </a:dk1>
      <a:lt1>
        <a:srgbClr val="FFFFFF"/>
      </a:lt1>
      <a:dk2>
        <a:srgbClr val="102544"/>
      </a:dk2>
      <a:lt2>
        <a:srgbClr val="EFF4FB"/>
      </a:lt2>
      <a:accent1>
        <a:srgbClr val="749FDE"/>
      </a:accent1>
      <a:accent2>
        <a:srgbClr val="2E69C0"/>
      </a:accent2>
      <a:accent3>
        <a:srgbClr val="7486DE"/>
      </a:accent3>
      <a:accent4>
        <a:srgbClr val="7C74DE"/>
      </a:accent4>
      <a:accent5>
        <a:srgbClr val="9574DE"/>
      </a:accent5>
      <a:accent6>
        <a:srgbClr val="AE74DE"/>
      </a:accent6>
      <a:hlink>
        <a:srgbClr val="304FFE"/>
      </a:hlink>
      <a:folHlink>
        <a:srgbClr val="492067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zh-CN" alt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演示文稿模板</dc:title>
  <dc:creator/>
  <cp:lastModifiedBy/>
  <cp:revision>566</cp:revision>
  <dcterms:created xsi:type="dcterms:W3CDTF">2021-03-29T01:20:00Z</dcterms:created>
  <dcterms:modified xsi:type="dcterms:W3CDTF">2026-09-18T04:26:39Z</dcterms:modified>
</cp:coreProperties>
</file>